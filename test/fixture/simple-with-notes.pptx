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everyone.
Here is the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Q4 numbers.
Pause for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note belongs to a slide without a title.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Opening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85800" y="132588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simple generated deck for testing speaker notes.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85800" y="23317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Speaker notes are attached to this slide.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Budget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85800" y="132588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slide should remain after notes are removed.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85800" y="23317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Speaker notes are attached to this slide.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Appendix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85800" y="132588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slide intentionally has no speaker notes.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85800" y="23317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Speaker notes are attached to this slide.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SlideNotes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SlideNotes Notes Demo</dc:title>
  <dc:subject>Speaker notes workflow</dc:subject>
  <dc:creator>SlideNotes tests</dc:creator>
  <cp:lastModifiedBy>SlideNotes tests</cp:lastModifiedBy>
  <cp:revision>1</cp:revision>
  <dcterms:created xsi:type="dcterms:W3CDTF">2026-07-15T21:55:02Z</dcterms:created>
  <dcterms:modified xsi:type="dcterms:W3CDTF">2026-07-15T21:55:02Z</dcterms:modified>
</cp:coreProperties>
</file>